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62055"/>
          </a:solidFill>
          <a:ln w="12700">
            <a:solidFill>
              <a:srgbClr val="1620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99632" y="0"/>
            <a:ext cx="36576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457200"/>
            <a:ext cx="164592" cy="16459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0" y="457200"/>
            <a:ext cx="164592" cy="16459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0" y="457200"/>
            <a:ext cx="164592" cy="16459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0" y="1097280"/>
            <a:ext cx="164592" cy="16459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23760" y="1097280"/>
            <a:ext cx="164592" cy="16459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0" y="1097280"/>
            <a:ext cx="164592" cy="16459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7315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ALKEMY · MÓDULO 2 · 2026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123444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640080" y="192024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 Cloud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640080" y="28803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A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Microservicios sobre AWS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429000"/>
            <a:ext cx="22860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749040"/>
            <a:ext cx="914400" cy="292608"/>
          </a:xfrm>
          <a:prstGeom prst="rect">
            <a:avLst/>
          </a:prstGeom>
          <a:solidFill>
            <a:srgbClr val="243B7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74904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664208" y="3749040"/>
            <a:ext cx="914400" cy="292608"/>
          </a:xfrm>
          <a:prstGeom prst="rect">
            <a:avLst/>
          </a:prstGeom>
          <a:solidFill>
            <a:srgbClr val="243B7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64208" y="374904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688336" y="3749040"/>
            <a:ext cx="914400" cy="292608"/>
          </a:xfrm>
          <a:prstGeom prst="rect">
            <a:avLst/>
          </a:prstGeom>
          <a:solidFill>
            <a:srgbClr val="243B7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88336" y="374904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712464" y="3749040"/>
            <a:ext cx="914400" cy="292608"/>
          </a:xfrm>
          <a:prstGeom prst="rect">
            <a:avLst/>
          </a:prstGeom>
          <a:solidFill>
            <a:srgbClr val="243B7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12464" y="374904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36592" y="3749040"/>
            <a:ext cx="914400" cy="292608"/>
          </a:xfrm>
          <a:prstGeom prst="rect">
            <a:avLst/>
          </a:prstGeom>
          <a:solidFill>
            <a:srgbClr val="243B7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6592" y="374904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92240" y="18288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43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4800" dirty="0"/>
          </a:p>
        </p:txBody>
      </p:sp>
      <p:sp>
        <p:nvSpPr>
          <p:cNvPr id="26" name="Text 24"/>
          <p:cNvSpPr/>
          <p:nvPr/>
        </p:nvSpPr>
        <p:spPr>
          <a:xfrm>
            <a:off x="6400800" y="4389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· Node.js 18 · Jest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E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ASPECTOS TÉCNICOS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de arquitectura y stack tecnológico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74904" y="1207008"/>
            <a:ext cx="2697480" cy="3566160"/>
          </a:xfrm>
          <a:prstGeom prst="rect">
            <a:avLst/>
          </a:prstGeom>
          <a:solidFill>
            <a:srgbClr val="BBCCDD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43000"/>
            <a:ext cx="269748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61288"/>
            <a:ext cx="242316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 Microservicios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84632" y="1920240"/>
            <a:ext cx="54864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847088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auth-service (JWT + bcrypt)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" y="2578608"/>
            <a:ext cx="54864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505456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spaces-service (CRUD)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" y="3236976"/>
            <a:ext cx="54864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163824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reservations-service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" y="3895344"/>
            <a:ext cx="54864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822192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uno con su propia tabla DynamoDB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00984" y="1207008"/>
            <a:ext cx="2697480" cy="3566160"/>
          </a:xfrm>
          <a:prstGeom prst="rect">
            <a:avLst/>
          </a:prstGeom>
          <a:solidFill>
            <a:srgbClr val="BBCCDD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46120" y="114300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46120" y="1143000"/>
            <a:ext cx="2697480" cy="6858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1161288"/>
            <a:ext cx="242316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Cloud AWS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410712" y="1920240"/>
            <a:ext cx="54864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47872" y="1847088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(serverless)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10712" y="2578608"/>
            <a:ext cx="54864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47872" y="2505456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REST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10712" y="3236976"/>
            <a:ext cx="54864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47872" y="3163824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PAY_PER_REQUEST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410712" y="3895344"/>
            <a:ext cx="54864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47872" y="3822192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con AWS SAM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27064" y="1207008"/>
            <a:ext cx="2697480" cy="3566160"/>
          </a:xfrm>
          <a:prstGeom prst="rect">
            <a:avLst/>
          </a:prstGeom>
          <a:solidFill>
            <a:srgbClr val="BBCCDD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72200" y="114300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72200" y="1143000"/>
            <a:ext cx="2697480" cy="6858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1161288"/>
            <a:ext cx="242316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Desarrollo Local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336792" y="1920240"/>
            <a:ext cx="54864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73952" y="1847088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336792" y="2578608"/>
            <a:ext cx="54864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73952" y="2505456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Local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336792" y="3236976"/>
            <a:ext cx="54864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73952" y="3163824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(29 tests unitarios)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336792" y="3895344"/>
            <a:ext cx="54864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73952" y="3822192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 pattern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fuente en GitHub  ·  Lenguaje: Node.js 18.x  ·  Tests: Jest 29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DESAFÍOS ENFRENTADOS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técnicos identificados y su impacto en el desarrollo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14300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051560" y="1170432"/>
            <a:ext cx="777240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170432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1560" y="144475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Hoisting de Jest con jest.mock()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1170432"/>
            <a:ext cx="54864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eleva automáticamente los mocks al tope del archivo antes de inicializar variables. Referenciar una variable externa dentro de jest.mock() causaba ReferenceError al ejecutar los tests.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048256"/>
            <a:ext cx="8595360" cy="822960"/>
          </a:xfrm>
          <a:prstGeom prst="rect">
            <a:avLst/>
          </a:prstGeom>
          <a:solidFill>
            <a:srgbClr val="E8EE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093976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051560" y="2121408"/>
            <a:ext cx="777240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2121408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051560" y="239572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Contaminación entre tests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91840" y="2121408"/>
            <a:ext cx="54864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mockImplementationOnce() acumula respuestas en una cola interna. Al no limpiarla correctamente entre tests, el comportamiento de un test afectaba al siguiente, generando falsos positivos y negativos.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999232"/>
            <a:ext cx="859536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3044952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051560" y="3072384"/>
            <a:ext cx="777240" cy="23774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3072384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Deploy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51560" y="3346704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IAM en AWS Academy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1840" y="3072384"/>
            <a:ext cx="54864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rol voclabs del Learner Lab no permite ejecutar iam:CreateRole. SAM intenta crear roles IAM automáticamente al hacer deploy, lo que generaba rollback en CloudFormation.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950208"/>
            <a:ext cx="8595360" cy="822960"/>
          </a:xfrm>
          <a:prstGeom prst="rect">
            <a:avLst/>
          </a:prstGeom>
          <a:solidFill>
            <a:srgbClr val="E8EE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3995928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1051560" y="4023360"/>
            <a:ext cx="777240" cy="23774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1560" y="4023360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51560" y="429768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 en Docker Compose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91840" y="4023360"/>
            <a:ext cx="54864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imagen amazon/dynamodb-local no incluye curl ni nc. El healthcheck configurado fallaba al no encontrar estas herramientas, impidiendo que los servicios dependientes iniciaran.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E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SOLUCIONES IMPLEMENTADAS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resolvió cada desafío técnico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109728" cy="8412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124358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24128" y="1133856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Hoisting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06624" y="1133856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17520" y="11247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24128" y="1499616"/>
            <a:ext cx="7699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exportó setDbClient() desde cada handler para inyectar un cliente DynamoDB falso directamente desde los tests, sin depender de jest.mock() para referencias externas.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029968"/>
            <a:ext cx="8595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029968"/>
            <a:ext cx="109728" cy="8412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21945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24128" y="2084832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Contaminación de mocks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06624" y="2084832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017520" y="207568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mockReset() en beforeEach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24128" y="2450592"/>
            <a:ext cx="7699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reemplazó mockReturnValue() por mockReset() + mockReturnValue() en el bloque beforeEach, garantizando que la cola interna de Jest se limpia completamente antes de cada test.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980944"/>
            <a:ext cx="8595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80944"/>
            <a:ext cx="109728" cy="8412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" y="3145536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24128" y="303580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IAM Academy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06624" y="3035808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017520" y="302666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del LabRole existente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24128" y="3401568"/>
            <a:ext cx="7699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obtuvo el ARN del rol LabRole ya creado por AWS Academy y se configuró explícitamente en cada Lambda del template SAM, evitando que CloudFormation intentara crear roles nuevos.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931920"/>
            <a:ext cx="8595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931920"/>
            <a:ext cx="109728" cy="8412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" y="409651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024128" y="398678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 Docker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06624" y="3986784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017520" y="39776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+ restart: on-failure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24128" y="4352544"/>
            <a:ext cx="7699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eliminó el healthcheck y se agregó un sleep de 8 segundos antes de crear las tablas, combinado con restart: on-failure en los servicios para reintentar si arrancan antes de tiempo.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162055"/>
          </a:solidFill>
          <a:ln w="12700">
            <a:solidFill>
              <a:srgbClr val="1620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13632"/>
            <a:ext cx="91440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LOGROS ALCANZADOS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concretos del proyecto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1920240" cy="1645920"/>
          </a:xfrm>
          <a:prstGeom prst="rect">
            <a:avLst/>
          </a:prstGeom>
          <a:solidFill>
            <a:srgbClr val="162055"/>
          </a:solidFill>
          <a:ln w="12700">
            <a:solidFill>
              <a:srgbClr val="243B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258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29/29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20040" y="208483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Unitarios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4871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passing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1234440"/>
            <a:ext cx="1920240" cy="1645920"/>
          </a:xfrm>
          <a:prstGeom prst="rect">
            <a:avLst/>
          </a:prstGeom>
          <a:solidFill>
            <a:srgbClr val="162055"/>
          </a:solidFill>
          <a:ln w="12700">
            <a:solidFill>
              <a:srgbClr val="243B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3258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2468880" y="208483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68880" y="24871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Independientes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1234440"/>
            <a:ext cx="1920240" cy="1645920"/>
          </a:xfrm>
          <a:prstGeom prst="rect">
            <a:avLst/>
          </a:prstGeom>
          <a:solidFill>
            <a:srgbClr val="162055"/>
          </a:solidFill>
          <a:ln w="12700">
            <a:solidFill>
              <a:srgbClr val="243B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3258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4617720" y="208483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REST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17720" y="24871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Documentados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0" y="1234440"/>
            <a:ext cx="1920240" cy="1645920"/>
          </a:xfrm>
          <a:prstGeom prst="rect">
            <a:avLst/>
          </a:prstGeom>
          <a:solidFill>
            <a:srgbClr val="162055"/>
          </a:solidFill>
          <a:ln w="12700">
            <a:solidFill>
              <a:srgbClr val="243B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13258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766560" y="208483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en Nube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66560" y="24871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us-east-1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7472" y="3063240"/>
            <a:ext cx="164592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0175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funcional end-to-end probado con Postman en entorno local y en AWS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47472" y="3264408"/>
            <a:ext cx="164592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21868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segura con JWT y contraseñas hasheadas con bcrypt (salt 10)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47472" y="3465576"/>
            <a:ext cx="164592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419856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conflictos de horario en reservas y control de propiedad (403 Forbidden)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47472" y="3666744"/>
            <a:ext cx="164592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62102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local completo con Docker Compose + DynamoDB Local sin costo ni credenciales AWS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74320" y="44805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Reservas Cloud  ·  Alkemy Módulo 2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Reservas Cloud</dc:title>
  <dc:subject>PptxGenJS Presentation</dc:subject>
  <dc:creator>PptxGenJS</dc:creator>
  <cp:lastModifiedBy>PptxGenJS</cp:lastModifiedBy>
  <cp:revision>1</cp:revision>
  <dcterms:created xsi:type="dcterms:W3CDTF">2026-03-09T01:39:58Z</dcterms:created>
  <dcterms:modified xsi:type="dcterms:W3CDTF">2026-03-09T01:39:58Z</dcterms:modified>
</cp:coreProperties>
</file>